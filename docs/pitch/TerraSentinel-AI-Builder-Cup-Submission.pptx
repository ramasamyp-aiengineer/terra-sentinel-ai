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7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F1D1B"/>
                </a:solidFill>
                <a:latin typeface="Calibri"/>
              </a:rPr>
              <a:t>Team name:  Agent Ram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0F1D1B"/>
                </a:solidFill>
                <a:latin typeface="Calibri"/>
              </a:rPr>
              <a:t>Team leader:  Ramasamy P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Product:  TerraSentinel AI — ground-motion early warning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Problem: After each Sentinel-1 pass, operators face thousands of InSAR points with no consequence ranking. TerraSentinel cuts motion into 250 m sites, ranks who inspects today (RPI), reports honest time-to-threshold bands (never failure dates), and uses Gemini to draft a number-verified inspection ticket.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420000"/>
            <a:ext cx="8624000" cy="44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420000"/>
            <a:ext cx="36000" cy="447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0000" y="500000"/>
            <a:ext cx="8424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TERRASENTINEL AI  ·  STORY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Satellites see the ground move. Gemini tells engineers where to go first.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Each Sentinel-1 pass → ranked Act list → honest threshold band (never a failure date) → number-verified ticket.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60000" y="1470000"/>
            <a:ext cx="1628800" cy="9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0000" y="1470000"/>
            <a:ext cx="36000" cy="9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00000" y="1530000"/>
            <a:ext cx="1548800" cy="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Sentinel-1 every 6–12 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58800" y="1470000"/>
            <a:ext cx="1628800" cy="9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58800" y="1470000"/>
            <a:ext cx="36000" cy="9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98800" y="1530000"/>
            <a:ext cx="1548800" cy="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Points → 250 m sites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57600" y="1470000"/>
            <a:ext cx="1628800" cy="9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57600" y="1470000"/>
            <a:ext cx="36000" cy="9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797600" y="1530000"/>
            <a:ext cx="1548800" cy="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RPI × consequence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56400" y="1470000"/>
            <a:ext cx="1628800" cy="9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56400" y="1470000"/>
            <a:ext cx="36000" cy="9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96400" y="1530000"/>
            <a:ext cx="1548800" cy="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Gemini + number guard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5200" y="1470000"/>
            <a:ext cx="1628800" cy="9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55200" y="1470000"/>
            <a:ext cx="36000" cy="9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95200" y="1530000"/>
            <a:ext cx="1548800" cy="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Crew · next pass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0000" y="2530000"/>
            <a:ext cx="2053500" cy="228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60000" y="2530000"/>
            <a:ext cx="36000" cy="22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0000" y="2580000"/>
            <a:ext cx="19735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87 → 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 to Act list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483500" y="2530000"/>
            <a:ext cx="2053500" cy="228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83500" y="2530000"/>
            <a:ext cx="36000" cy="22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33500" y="2580000"/>
            <a:ext cx="19735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RPI 86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NH-58 CRITICAL band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607000" y="2530000"/>
            <a:ext cx="2053500" cy="228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07000" y="2530000"/>
            <a:ext cx="36000" cy="22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657000" y="2580000"/>
            <a:ext cx="19735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35–64 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outlook if trend holds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30500" y="2530000"/>
            <a:ext cx="2053500" cy="228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730500" y="2530000"/>
            <a:ext cx="36000" cy="22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80500" y="2580000"/>
            <a:ext cx="19735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GCP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Run · BigQuery · Gemini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Ground creeps for months. Nobody ranks which creep matters.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8675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0000" y="13500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Mountain highways · NH-58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 &amp;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22175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2217500"/>
            <a:ext cx="36000" cy="8675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0000" y="22675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Metro tunnels · Chennai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31350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3135000"/>
            <a:ext cx="36000" cy="8675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40000" y="31850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 / toe motion with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40525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4052500"/>
            <a:ext cx="36000" cy="867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0000" y="41025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The decision we own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Which 250 m needs an engineer,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607000" y="1300000"/>
            <a:ext cx="4277000" cy="199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07000" y="1300000"/>
            <a:ext cx="36000" cy="199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87000" y="1340000"/>
            <a:ext cx="415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Today's options fail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7000" y="1620000"/>
            <a:ext cx="4157000" cy="163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trigger treated as hazard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— invents mm and failure dates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Walk-over calendar — ignores acceleration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607000" y="3361000"/>
            <a:ext cx="2103500" cy="155900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07000" y="3361000"/>
            <a:ext cx="36000" cy="1559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677000" y="3401000"/>
            <a:ext cx="20035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77000" y="3621000"/>
            <a:ext cx="2003500" cy="12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Creep on linear assets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Rank · explain · track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Threshold window + assumptions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80500" y="3361000"/>
            <a:ext cx="2103500" cy="15590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780500" y="3361000"/>
            <a:ext cx="36000" cy="1559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50500" y="3401000"/>
            <a:ext cx="20035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0500" y="3621000"/>
            <a:ext cx="2003500" cy="12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Sudden inter-pass events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Certified safety claim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OPPORTUNITIES · USP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Not an InSAR viewer — a decision layer with honest outlooks and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0000" y="1360000"/>
            <a:ext cx="2718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How different?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00" y="1660000"/>
            <a:ext cx="2728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250 m sites on corridor geometry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 = hazard x consequence x confidence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Alerts = pass diffs; Act list = today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Rain amplifies only (+50% cap)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USGS quakes: context,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Gemini narrates; engine decides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28000" y="1360000"/>
            <a:ext cx="2718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18000" y="1660000"/>
            <a:ext cx="2728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Validate → locate → measure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guard: bad radar != CRITICAL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Rank Act-today shortlist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Outlook = ETA band, never a date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Ticket: summary · cause · checklist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Same maths: local XOR BigQuery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26000" y="1360000"/>
            <a:ext cx="2718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/ demo value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16000" y="1660000"/>
            <a:ext cx="2728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Honest continuing-regime bands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Number guard rejects invented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Production GCP posture (Run + BQ)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62,330 obs → 87 sites → 7 action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4 Act today in Chamoli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Judge can sign in and act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surface ships a decision — not a dashboard toy.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today, ranked by consequence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31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31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91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speed, rain,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602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02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62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What changed between passes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73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73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Brief · 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Planning views; history recomputed from data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0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 + Gemini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Template-first; 7 tools; number guard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31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31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91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Validate-then-import; rain fetch; provenance;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02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02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62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RBAC · sessions · CSRF ·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73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73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33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Running product screens — aspect-correct, not stretched wireframes.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Request flow on Google Cloud — one container, two storage backends, same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TECHNOLOGIES &amp; GENAI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Google Cloud end-to-end. Gemini turns a verified score into an action.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42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4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0000" y="1360000"/>
            <a:ext cx="8464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Without GenAI an engineer gets “RPI 86 · CRITICAL”. With Gemini + our guard they get a ticket: what is happening, likely cause (hypothesis), what to do by when, and a site checklist — every number from tools.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790000"/>
            <a:ext cx="1668800" cy="13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790000"/>
            <a:ext cx="36000" cy="1314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830000"/>
            <a:ext cx="1618800" cy="125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790000"/>
            <a:ext cx="1668800" cy="13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790000"/>
            <a:ext cx="36000" cy="1314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830000"/>
            <a:ext cx="1618800" cy="125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790000"/>
            <a:ext cx="1668800" cy="13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790000"/>
            <a:ext cx="36000" cy="1314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830000"/>
            <a:ext cx="1618800" cy="125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scores sites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790000"/>
            <a:ext cx="1668800" cy="13146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790000"/>
            <a:ext cx="36000" cy="1314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830000"/>
            <a:ext cx="1618800" cy="125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790000"/>
            <a:ext cx="1668800" cy="13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790000"/>
            <a:ext cx="36000" cy="1314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830000"/>
            <a:ext cx="1618800" cy="125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174600"/>
            <a:ext cx="4277000" cy="172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174600"/>
            <a:ext cx="36000" cy="1725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20000" y="3214600"/>
            <a:ext cx="4177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0000" y="3414600"/>
            <a:ext cx="4187000" cy="1455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7 read-only tools (metrics → quality)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Round 0 must call tools → investigate → JSON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Guard rejects invented mm / collapse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Fallback models; template always ships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607000" y="3174600"/>
            <a:ext cx="4277000" cy="172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607000" y="3174600"/>
            <a:ext cx="36000" cy="1725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667000" y="3214600"/>
            <a:ext cx="4177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GCP services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57000" y="3414600"/>
            <a:ext cx="4187000" cy="1455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BigQuery — partitions, spatial join, bytes cap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Vertex AI / AI Studio — Gemini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 Manager · GCS · ADC (no key files)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Demo value on screen — Chamoli, NH-58 CRITICAL, guarded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PERFORMANCE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3.25-3.50 — same numbers in UI, tools, and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0000" y="1350000"/>
            <a:ext cx="416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Worked example · CRITICAL · RPI 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30000" y="1640000"/>
            <a:ext cx="4167000" cy="3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Inputs: 6.2 vs 2.8 mm/mo · 2.2x · 29.7/40 mm · rain 213 mm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kin = 100*(.4*0.62+.3*0.40+.3*0.74) = 59.4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hazard = 59.4*(1+0.5*1.0) = 89.1 (rain capped)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89.1*0.975*0.985 ~ 85.7 → CRITICAL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35-64 days if trend continues — NOT a failure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History: site 61→86 · action sites 3→7 over 16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What-if: minor road 57 ELEV · weak radar ≤15 · rain-only ~1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21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9" y="1336000"/>
            <a:ext cx="2330502" cy="20284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4204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644400"/>
            <a:ext cx="4277000" cy="1275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644400"/>
            <a:ext cx="36000" cy="1275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67000" y="3694400"/>
            <a:ext cx="4177000" cy="119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1D1B"/>
                </a:solidFill>
                <a:latin typeface="Calibri"/>
              </a:rPr>
              <a:t>GenAI never computes RPI / tier / ETA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Scale the data plane — honesty rules stay fixed.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30000" y="1350000"/>
            <a:ext cx="416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0000" y="1650000"/>
            <a:ext cx="4177000" cy="3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Production InSAR on the same Data Hub schema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Materialize point-assignment for national scale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 once sessions leave single-process files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Field checklist / offline crew packet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OIDC / IAP for enterprise buyers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Deeper rain/geology as amplifiers only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607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07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677000" y="1350000"/>
            <a:ext cx="416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Buyer · ask · honesty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7000" y="1650000"/>
            <a:ext cx="4177000" cy="3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Buyer: asset-integrity / geotech teams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What they buy: attention — 1,355 pts → 7 sites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Ask: live demo + 3-min video + repo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Outlook bands are never collapse dates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Gemini narrates tools only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Synthetic demo data labelled in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GitHub · 3-minute demo · live product.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106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106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60000" y="1360000"/>
            <a:ext cx="8444000" cy="96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GitHub public repository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436666"/>
            <a:ext cx="8624000" cy="106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436666"/>
            <a:ext cx="36000" cy="106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60000" y="2496666"/>
            <a:ext cx="8444000" cy="96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Demo video (3 minutes)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 (upload Drive/YouTube for portal)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573332"/>
            <a:ext cx="8624000" cy="106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573332"/>
            <a:ext cx="36000" cy="106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60000" y="3633332"/>
            <a:ext cx="8444000" cy="96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Final product (live)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60000" y="4660000"/>
            <a:ext cx="8624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Sign-in credentials shown on the login page · Judge walk: docs/JUDGE.md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Rounded Rectangle 172"/>
          <p:cNvSpPr/>
          <p:nvPr/>
        </p:nvSpPr>
        <p:spPr>
          <a:xfrm>
            <a:off x="260000" y="1300000"/>
            <a:ext cx="8624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logo-mar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000" y="1420000"/>
            <a:ext cx="480000" cy="480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960000" y="1440000"/>
            <a:ext cx="772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Thank you — Team Agent Ram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80000" y="2050000"/>
            <a:ext cx="8384000" cy="2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Which 250 metres should an engineer inspect today?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The engine ranks them. Gemini writes the ticket. Every number is checked.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766E"/>
                </a:solidFill>
                <a:latin typeface="Calibri"/>
              </a:rPr>
              <a:t>Ramasamy P  ·  ramp21052000@gmail.com  ·  +91 90250 32130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Live demo + GitHub + 3-min video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Google Cloud AI Builder Cup 2026 · Sustainability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Gemini · Vertex AI    ·    BigQuery    ·    Cloud Run    ·    Sentinel-1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