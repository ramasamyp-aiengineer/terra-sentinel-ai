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50000"/>
            <a:ext cx="8760000" cy="1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Team: Agent Ram   ·   Leader: Ramasamy P   ·   Product: TerraSentinel AI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Satellites leave 1,355 moving points. The engine ranks the few that matter.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Gemini writes the ticket — every number checked. Live on Cloud Run + BigQuery.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Problem: InSAR portals give points, not who goes today. Chatbots invent mm.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Solution: 250 m sites · RPI · honest ETA bands · Gemini number guard.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380000"/>
            <a:ext cx="8624000" cy="4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380000"/>
            <a:ext cx="36000" cy="45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0000" y="450000"/>
            <a:ext cx="382704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1D1B"/>
                </a:solidFill>
                <a:latin typeface="Calibri"/>
              </a:rPr>
              <a:t>Satellites see the ground move.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Gemini tells engineers where to go first.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0000" y="1160000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0000" y="1160000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0000" y="1421066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62,330 →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Observations become act-today sites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0000" y="2396666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30000" y="2396666"/>
            <a:ext cx="36000" cy="1186666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0000" y="2657732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C62828"/>
                </a:solidFill>
                <a:latin typeface="Calibri"/>
              </a:rPr>
              <a:t>RPI 86 · CRITICAL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NH-58 · 35–64 day outlook if trend continues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0000" y="3633332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0000" y="3633332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000" y="3894398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Gemini · verified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6 tools · 7 numbers checked · 24h dispatch</a:t>
            </a:r>
          </a:p>
        </p:txBody>
      </p:sp>
      <p:pic>
        <p:nvPicPr>
          <p:cNvPr id="77" name="Picture 7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040" y="766089"/>
            <a:ext cx="4536960" cy="37478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PROBLEM &amp;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Ground creeps for months. Nobody ranks which creep matters — crews go to the wrong place.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62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0000" y="13350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NH-58 mountain highway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towns, pilgrims,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19616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1961600"/>
            <a:ext cx="36000" cy="6216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00" y="19966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Chennai metro tunnels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26232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2623200"/>
            <a:ext cx="36000" cy="621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0000" y="26582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Crest/toe motion ·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32848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3284800"/>
            <a:ext cx="36000" cy="62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0000" y="33198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The one decision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After this pass: which 250 m,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52080" y="1300000"/>
            <a:ext cx="4931920" cy="143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52080" y="1300000"/>
            <a:ext cx="36000" cy="14335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22080" y="1335000"/>
            <a:ext cx="483192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 fails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12080" y="1580000"/>
            <a:ext cx="4831920" cy="113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thousands of points,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treats the trigger as the hazard; fires on stable 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chatbot — invents mm and failure dates; nothing to audit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Scheduled walk-over — calendar ignores which segment is accelerating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5208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52080" y="2803520"/>
            <a:ext cx="36000" cy="1102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0208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9208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Progressive creep on linear assets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Rank · explain · track between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Threshold window + assumptions stated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5304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53040" y="2803520"/>
            <a:ext cx="36000" cy="110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0304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304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Sudden events between 6–12 d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Certified safety decisions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3976400"/>
            <a:ext cx="8624000" cy="943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3976400"/>
            <a:ext cx="36000" cy="943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0000" y="4001400"/>
            <a:ext cx="2200000" cy="90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One pass · demo data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00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observations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048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radar points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96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944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92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WHY WE WIN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Not another InSAR viewer — a consequence-ranked decision layer with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Differentiation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0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250 m chainage sites on corridor geometry — not a heat-map of every scatterer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hazard × consequence × confidence (deterministic Python / BigQuery)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Act list = today’s state; Alerts = what changed between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 amplifies only (+50% cap); USGS quakes never move a score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results; the engine owns every number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WEAK radar guard — bad data can never become CRITICAL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8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Validate → locate on assets → measure speed / accel / progress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Classify with data-quality gate; rank Act-today shortlist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= [ETA_const, ETA_accel] band ≤ 365 d — never a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Work order: summary · hypothesis · urgency · field checklist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Same maths locally or in BigQuery (TS_DATA_BACKEND flag)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 is re-run from data — every past score is reproducible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· live proof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6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Honest continuing-regime bands with assumptions spelled out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Number guard rejects invented mm and “will collapse”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Live Cloud Run + BigQuery + Secret Manager + GCS state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Demo funnel: 62,330 obs → 87 sites → 7 action → 4 Act 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live: 6 tool calls · 7 numbers verified · 24h dispatch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Judge can sign in now — credentials on the links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SURFACES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screen ships a decision an engineer can act on today.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0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 — ranked by consequence, not raw mm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297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297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797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 vs baseline, rain trigger,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995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995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495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Pass-to-pass diffs — what changed, not a duplicate Act list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92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692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192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16 passes recomputed from data; action sites 3→7 tracked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0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 ticket; Gemini polish; number guard on every figure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297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297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797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 · Open-Meteo rain · provenance ·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995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995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495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admin/analyst/viewer · CSRF · sessions · full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692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692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192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 by a geotech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STORY &amp;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 —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00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288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corridor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1,355 points matched to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76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64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the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tools → reason → JSON → number guard → field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452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107600"/>
            <a:ext cx="5001920" cy="18124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0000" y="3147600"/>
            <a:ext cx="488192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0000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384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74768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7152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9536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331920" y="3107600"/>
            <a:ext cx="3552080" cy="181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192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1920" y="3147600"/>
            <a:ext cx="345208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Who it serves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1920" y="3367600"/>
            <a:ext cx="3462080" cy="151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Public: find problems while small — keep roads open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Engineers: short list + ticket (what / where / why)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Leaders: spend crews where risk is rising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What judges open today — Command Center → site → Gemini ticket → Data Hub.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STORY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Ingest → Store → Compute → Snapshot → Serve. One container. GenAI never owns the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00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Data Hub validates
files &amp; HTTPS links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988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9988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288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 or local
GIS join · history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376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7376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7676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Detection engine
RPI · tier · band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764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4764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064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Pass replay
alerts · trends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152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152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452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UI + Gemini ticket
audit trail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0000" y="267320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0000" y="267320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0000" y="270320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EDGE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0000" y="270320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60000" y="312856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0000" y="312856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0000" y="315856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UI + API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10000" y="315856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React/MapLibre · FastAPI · RBAC · CSRF · SSRF-safe fetch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358392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358392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0000" y="361392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10000" y="361392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Deterministic RPI / tiers / ETA bands / alerts — GenAI never computes these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0000" y="403928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0000" y="403928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40000" y="406928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GENAI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10000" y="406928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Gemini tools → number guard → template fallback (Vertex or AI Studio)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449464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449464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452464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10000" y="452464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 partitions/GEOGRAPHY XOR local · USGS context only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GENAI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Without GenAI: a number. With Gemini + guard: a ticket an engineer can trust.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8624000" cy="5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5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0000" y="1350000"/>
            <a:ext cx="848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1D1B"/>
                </a:solidFill>
                <a:latin typeface="Calibri"/>
              </a:rPr>
              <a:t>LIVE PROOF: Gemini drafted a Metro Line 4 ticket with 6 tool calls and 7 numbers verified. Recommendation: “Dispatch an inspection crew within 24 hours…” — every millimetre from tools, not free text.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00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00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50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Cloud Run
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88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988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8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
GIS + history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7376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376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26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Engine
RPI · tier · band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764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764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014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Gemini
+ number guard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2152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52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402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Map · ticket
· audit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10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loop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0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7 tools: metrics, history, outlook, rain, seismic, exposure, quality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Round 0 MUST call tools → investigate → write JSON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Temp 0.1 · model fallback on 429/5xx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58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58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208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Number guard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98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any mm/days/% not in a tool result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“will collapse”, “failure date”, “no risk”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On failure: labelled template still ships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56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56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106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GCP stack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096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Cloud Run — SPA + API + engine + agent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BigQuery — partitions, ST_DWITHIN, bytes cap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Vertex/AI Studio · Secrets · GCS · ADC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Winning proof on screen — Chamoli Act list, NH-58 CRITICAL, verified Gemini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WORKED PROOF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3.25–3.50 — same numbers in UI, tools, and Gemini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00" y="1340000"/>
            <a:ext cx="4177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CRITICAL · RPI 86 · band 35–64 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000" y="1620000"/>
            <a:ext cx="4187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Inputs: 6.2 vs 2.8 mm/mo · 2.2× · 29.7/40 mm · rain 213 mm · crit 0.95 · conf 0.97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kin = 100×(.4·0.62 + .3·0.40 + .3·0.74) = 59.4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hazard = 59.4×(1+0.5×1.0) = 89.1 (rain capped)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RPI = 89.1×0.975×0.985 ≈ 85.7 → CRITICAL (threshold approach)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Outlook: 51 d const · 44 d accel → widened 35–64 d if trend continues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History: this site 61→86 · portfolio action sites 3→7 over 16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What-if: minor road→57 ELEV · weak radar→≤15 WEAK · rain on stable→≈1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Integrity: GenAI never computes RPI / tier / ETA — tools only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184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5819" y="1336000"/>
            <a:ext cx="2039361" cy="17750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1670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371000"/>
            <a:ext cx="4277000" cy="1549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371000"/>
            <a:ext cx="36000" cy="154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57000" y="3411000"/>
            <a:ext cx="4197000" cy="14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Gemini: 6 tool calls · 7 numbers verified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ASK · BUYER ·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Sustainability impact today. Scale tomorrow. Honesty rules never move.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8624000" cy="520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0000" y="1360000"/>
            <a:ext cx="846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ASK: Review the live demo, the 3-minute video, and the repository.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Buyer: asset-integrity / geotech teams. They buy engineer attention — 1,355 points become 7 sites.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0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000" y="1890000"/>
            <a:ext cx="36000" cy="303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0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Production InSAR providers on the same Data Hub schema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Materialize spatial assignment for national corridors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 when session store leaves single-process files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OIDC / IAP · field offline packet · deeper amplifiers only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607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07000" y="1890000"/>
            <a:ext cx="36000" cy="30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667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Non-negotiable honesty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7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bands ≠ collapse / failure dates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numbers only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Synthetic demo data labelled in the UI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Secrets in Secret Manager / .env — never in git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JUDGE PATH ·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Sign in → Command Center → NH-58 site → Work Order → Data Hub (5 minutes).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9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0000" y="1350000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GitHub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356666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356666"/>
            <a:ext cx="36000" cy="98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50000" y="2406666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Demo video (3 min)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— upload to Drive/YouTube for the portal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413332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413332"/>
            <a:ext cx="36000" cy="98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50000" y="3463332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3 · Live product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60000" y="4469998"/>
            <a:ext cx="8624000" cy="45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0000" y="4469998"/>
            <a:ext cx="36000" cy="4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0000" y="4519998"/>
            <a:ext cx="846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Sign-in (not shown on the public login page):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Username: admin   ·   Password: R1U6WyzhA_pZpHfO-ifo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Look for: Act list · outlook band (not a date) · “numbers verified” on the work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